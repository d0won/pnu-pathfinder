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0B981"/>
                </a:solidFill>
                <a:latin typeface="맑은 고딕"/>
              </a:rPr>
              <a:t>제7회 PNU 창의융합AI해커톤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</a:rPr>
              <a:t>PNU-Pathfinder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맑은 고딕"/>
              </a:rPr>
              <a:t>부산대학교 학생 맞춤형 학업·진로 자기경영 AI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맑은 고딕"/>
              </a:rPr>
              <a:t>융합트랙  |  자유주제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부산대 학생이 확인해야 하는 정보 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학사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성적·수강이력·이수학점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학과 홈페이지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교육과정·이수체계도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비교과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프로그램·마일리지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취업지원 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채용·진로 프로그램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외부 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자격증·어학 일정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11247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결과: 학생이 스스로 모든 정보를 탐색·조합·해석해야 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1·2학년: 무엇을 먼저 들어야 할지 모른다</a:t>
            </a:r>
          </a:p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3·4학년: 졸업요건 누락을 뒤늦게 발견한다</a:t>
            </a:r>
          </a:p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복수전공·편입·복학생: 교육과정 변화로 더 큰 혼란을 겪는다</a:t>
            </a:r>
          </a:p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모든 학생: 진로 목표에 맞는 실행 계획을 스스로 세워야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PNU-Pathfinder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맑은 고딕"/>
              </a:rPr>
              <a:t>분산된 학업·졸업·진로 정보를 통합하고,
학생 개인 상황에 맞는 실행 계획을 AI가 제안하는 웹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47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Smart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Interactive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AI 챗봇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What-if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4896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이력서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B981"/>
                </a:solidFill>
                <a:latin typeface="맑은 고딕"/>
              </a:rPr>
              <a:t>규칙 기반 추천 엔진 + 생성형 AI 설명 → 신뢰성 + 설명 가능성 동시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핵심 기능 ①  Smart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지능형 수강 시뮬레이터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졸업요건 충족률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영역별 잔여 학점 자동 계산
프로그레스 바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수강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선수과목·졸업필수 반영
다음 학기 최적 과목 제안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재수강 우선순위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C+ 이하 과목 중
성적 상승 효과 큰 과목 추천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학기 시뮬레이션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51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졸업까지 몇 학기 남았는지
시나리오별 예측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핵심 기능 ②  AI 챗봇 &amp; What-if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생성형 AI 연동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맑은 고딕"/>
              </a:rPr>
              <a:t>AI 챗봇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"다음 학기 뭐 들어야 해?" → 개인 이수현황 기반 답변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"졸업 가능해?" → 충족률 + 부족 요건 설명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"재수강 뭐 해야 해?" → 우선순위 추천 + 이유 설명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OpenAI API 연동 — 자연어로 설명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규칙 기반 로직 + AI 설명 분리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맑은 고딕"/>
              </a:rPr>
              <a:t>What-if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"경영학과 복수전공 시 몇 학기 더 필요해?"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"전과 시 기존 이수 과목 인정 범위는?"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"복수전공 시 다음 학기 수강 계획은?"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저학년 진로·전공 의사결정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AI 활용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AI UTILIZATION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0292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서비스 내 AI 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맞춤형 수강·재수강 추천 생성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졸업요건·이수체계 자연어 질의응답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추천 결과 설명 가능한 언어로 해설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이력서·자기소개서 초안 자동 생성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커뮤니티 팁 요약 및 인사이트 제공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4864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맑은 고딕"/>
              </a:rPr>
              <a:t>개발 과정 AI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Claude — 문제 정의, 기획, 문서 작성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ChatGPT / Gemini — 아이디어 검토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Cursor — 코드 생성·디버깅·리팩토링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GitHub Copilot — 개발 보조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Midjourney — UI 시안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5720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React 19 + Vite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FastAPI (Python) + JWT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39496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PostgreSQL + SQLAlchemy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786384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795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7955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OpenAI API (GPT-4o)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맑은 고딕"/>
              </a:rPr>
              <a:t>배포: Vercel (FE)  +  VPS / Docker (BE)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MVP 범위 &amp; 개발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우선 구현 기능 (MVP)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✅ 학생 회원가입 / 로그인 (완성)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✅ 학과별 졸업요건 DB + 관리자 CRUD (완성)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수강 이력 입력 및 조회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졸업요건 충족률 계산 대시보드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AI 챗봇 (OpenAI 연동)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다음 학기 수강 추천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개발 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5월 4~11일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예선 서류 제출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5월 19일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예선 결과 발표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6월 1~4주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수강이력 + AI 연동 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1188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7월 1~2주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11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What-if + 이력서 기능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7월 3~4주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중간보고회 준비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0060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8월 1~4주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최종 마무리 + 배포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9496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8월 28일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최종 발표 (농심호텔)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기대효과 &amp; 차별성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IMPACT &amp;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맑은 고딕"/>
              </a:rPr>
              <a:t>차별성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학업·졸업·진로·이력서를 하나의 플랫폼에서 통합 관리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학생별 이수 현황 기반 맞춤형 수강 로드맵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정형 데이터 분석 + 생성형 AI 설명 결합 (신뢰성 확보)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정적 PDF가 아닌 인터랙티브 로드맵 UI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복수전공·전과 시나리오 분석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맑은 고딕"/>
              </a:rPr>
              <a:t>기대효과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수강 계획 수립 시간 단축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졸업요건 누락 방지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진로 준비 체계화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편입·복학생 적응 지원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취업 자료 정리 부담 완화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맑은 고딕"/>
              </a:rPr>
              <a:t>SW전공자 + 비전공자 각 1명 이상 포함  |  팀원: [추가 필요]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PM / 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SW전공자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프로젝트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문서·발표자료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AI 도구 총괄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GitHub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SW전공자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FastAPI 서버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DB 설계 및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추천 로직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OpenAI API 연동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SW전공자 또는 비전공자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React UI 개발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화면 설계·구현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API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UX 개선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기획·데이터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비전공자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사용자 요구사항 도출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데이터 정리 (교육과정)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시연 기획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발표 보조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PNU-Pathfinder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맑은 고딕"/>
              </a:rPr>
              <a:t>"지금 내 상황에서 무엇을 해야 하는가"
를 AI가 구체적으로 제안합니다.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